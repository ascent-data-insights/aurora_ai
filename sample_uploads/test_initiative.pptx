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Aurora: Enterprise Customer Data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Meridian Financial Group</a:t>
            </a:r>
          </a:p>
          <a:p>
            <a:pPr>
              <a:defRPr sz="1600"/>
            </a:pPr>
            <a:r>
              <a:t>Mid-market commercial lender — 2,200 employees, 14 regional offices</a:t>
            </a:r>
          </a:p>
          <a:p>
            <a:pPr>
              <a:defRPr sz="1600"/>
            </a:pPr>
            <a:r>
              <a:t>Proposal: Unified customer data platform to replace fragmented CRM systems, spreadsheets, and legacy data warehouse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Customer information spread across legacy CRM, individual spreadsheets, and a 10-year-old data warehouse with nightly batch loads</a:t>
            </a:r>
          </a:p>
          <a:p>
            <a:pPr>
              <a:defRPr sz="1600"/>
            </a:pPr>
            <a:r>
              <a:t>Relationship managers spend ~30% of their week gathering client info from different systems before meetings</a:t>
            </a:r>
          </a:p>
          <a:p>
            <a:pPr>
              <a:defRPr sz="1600"/>
            </a:pPr>
            <a:r>
              <a:t>Commercial lending team has no visibility into which clients hold treasury management or insurance products</a:t>
            </a:r>
          </a:p>
          <a:p>
            <a:pPr>
              <a:defRPr sz="1600"/>
            </a:pPr>
            <a:r>
              <a:t>Regulatory examiners flagged fragmented data environment for KYC and BSA/AML compliance exposure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&amp; Productivity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Recovered productivity equivalent to ~40 FTEs at $95K avg loaded cost = $3.8M annually</a:t>
            </a:r>
          </a:p>
          <a:p>
            <a:pPr>
              <a:defRPr sz="1600"/>
            </a:pPr>
            <a:r>
              <a:t>18% of commercial clients are candidates for at least one additional product line (based on 3-branch pilot)</a:t>
            </a:r>
          </a:p>
          <a:p>
            <a:pPr>
              <a:defRPr sz="1600"/>
            </a:pPr>
            <a:r>
              <a:t>Estimated $12M in incremental annual revenue from cross-selling at current conversion rates</a:t>
            </a:r>
          </a:p>
          <a:p>
            <a:pPr>
              <a:defRPr sz="1600"/>
            </a:pPr>
            <a:r>
              <a:t>Addresses regulatory finding that could result in enforcement action if unresolved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Phase 1: Data ingestion &amp; normalization (5 months)</a:t>
            </a:r>
          </a:p>
          <a:p>
            <a:pPr>
              <a:defRPr sz="1600"/>
            </a:pPr>
            <a:r>
              <a:t>Phase 2: Analytics layer &amp; API development (5 months)</a:t>
            </a:r>
          </a:p>
          <a:p>
            <a:pPr>
              <a:defRPr sz="1600"/>
            </a:pPr>
            <a:r>
              <a:t>Phase 3: Front-end integration with existing tools (4-8 months)</a:t>
            </a:r>
          </a:p>
          <a:p>
            <a:pPr>
              <a:defRPr sz="1600"/>
            </a:pPr>
            <a:r>
              <a:t>Total timeline: 14-18 months | Total budget: $4.2M (incl. $1.8M external consulting)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Landscape &amp;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Cloud architecture (Snowflake or Databricks) on existing AWS infrastructure</a:t>
            </a:r>
          </a:p>
          <a:p>
            <a:pPr>
              <a:defRPr sz="1600"/>
            </a:pPr>
            <a:r>
              <a:t>Team has moderate cloud experience — migrated website and mobile app to AWS 2 years ago, but nothing at this data complexity</a:t>
            </a:r>
          </a:p>
          <a:p>
            <a:pPr>
              <a:defRPr sz="1600"/>
            </a:pPr>
            <a:r>
              <a:t>Key dependency: Core system upgrade must complete (Q3) before Phase 2 can begin</a:t>
            </a:r>
          </a:p>
          <a:p>
            <a:pPr>
              <a:defRPr sz="1600"/>
            </a:pPr>
            <a:r>
              <a:t>Need to hire 2 senior data engineers + 1 data architect — similar searches have taken 3-4 months locally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Potential &amp; Adjacent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Credit risk team wants predictive models for early default detection — requires same unified data</a:t>
            </a:r>
          </a:p>
          <a:p>
            <a:pPr>
              <a:defRPr sz="1600"/>
            </a:pPr>
            <a:r>
              <a:t>Marketing wants real-time, event-driven outreach instead of batch campaigns</a:t>
            </a:r>
          </a:p>
          <a:p>
            <a:pPr>
              <a:defRPr sz="1600"/>
            </a:pPr>
            <a:r>
              <a:t>Each adjacent use case: $300K-$500K incremental investment on top of existing platform</a:t>
            </a:r>
          </a:p>
          <a:p>
            <a:pPr>
              <a:defRPr sz="1600"/>
            </a:pPr>
            <a:r>
              <a:t>Template for integrating 2 planned acquisitions — could compress integration from 12-18 months to 4-6 months at half the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Leverage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Ongoing support: ~3 FTEs (data engineer, analyst, platform admin)</a:t>
            </a:r>
          </a:p>
          <a:p>
            <a:pPr>
              <a:defRPr sz="1600"/>
            </a:pPr>
            <a:r>
              <a:t>Fixed cost remains stable whether serving 14 branches or 30</a:t>
            </a:r>
          </a:p>
          <a:p>
            <a:pPr>
              <a:defRPr sz="1600"/>
            </a:pPr>
            <a:r>
              <a:t>Economics become increasingly favorable as the bank grows organically or through acquisition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Organizational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Strong executive sponsorship from COO — dedicated budget outside normal IT capital cycle</a:t>
            </a:r>
          </a:p>
          <a:p>
            <a:pPr>
              <a:defRPr sz="1600"/>
            </a:pPr>
            <a:r>
              <a:t>CTO supportive but concerned about competing priorities (core upgrade, cybersecurity remediation)</a:t>
            </a:r>
          </a:p>
          <a:p>
            <a:pPr>
              <a:defRPr sz="1600"/>
            </a:pPr>
            <a:r>
              <a:t>Frontline adoption risk: RMs have built personal workflows around current systems; past rollouts met resistance</a:t>
            </a:r>
          </a:p>
          <a:p>
            <a:pPr>
              <a:defRPr sz="1600"/>
            </a:pPr>
            <a:r>
              <a:t>Phased rollout with embedded change management, starting with 3 enthusiastic pilot branches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No formal data stewardship program — data ownership, quality standards, and access controls need resolution early</a:t>
            </a:r>
          </a:p>
          <a:p>
            <a:pPr>
              <a:defRPr sz="1600"/>
            </a:pPr>
            <a:r>
              <a:t>Compliance team volunteered to co-lead governance workstream</a:t>
            </a:r>
          </a:p>
          <a:p>
            <a:pPr>
              <a:defRPr sz="1600"/>
            </a:pPr>
            <a:r>
              <a:t>Project sponsor proposes starting recruitment before formal approval to mitigate hiring timeline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